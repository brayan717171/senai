
<file path=[Content_Types].xml><?xml version="1.0" encoding="utf-8"?>
<Types xmlns="http://schemas.openxmlformats.org/package/2006/content-types">
  <Default Extension="png" ContentType="image/png"/>
  <Default Extension="webp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741322F5-93ED-4D68-A8FF-9359DF6E75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85060" y="2074736"/>
            <a:ext cx="8915514" cy="7078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b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defRPr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pt-BR" dirty="0"/>
              <a:t>Digitar seu título aqui</a:t>
            </a:r>
          </a:p>
        </p:txBody>
      </p:sp>
      <p:sp>
        <p:nvSpPr>
          <p:cNvPr id="17" name="Espaço Reservado para Texto 16">
            <a:extLst>
              <a:ext uri="{FF2B5EF4-FFF2-40B4-BE49-F238E27FC236}">
                <a16:creationId xmlns:a16="http://schemas.microsoft.com/office/drawing/2014/main" id="{2B77ECB5-455F-48E1-AC6C-CB94B5AD6A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85060" y="3165925"/>
            <a:ext cx="3496729" cy="341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rgbClr val="E51E3C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pt-BR" dirty="0"/>
              <a:t>Digitar seu subtítulo aqui</a:t>
            </a:r>
          </a:p>
        </p:txBody>
      </p:sp>
      <p:sp>
        <p:nvSpPr>
          <p:cNvPr id="19" name="Espaço Reservado para Texto 18">
            <a:extLst>
              <a:ext uri="{FF2B5EF4-FFF2-40B4-BE49-F238E27FC236}">
                <a16:creationId xmlns:a16="http://schemas.microsoft.com/office/drawing/2014/main" id="{94A25BC8-06B9-4702-900E-C725EC8984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84350" y="3686175"/>
            <a:ext cx="8323263" cy="89978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At vero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eos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et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accusamus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et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iusto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odio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dignissimos</a:t>
            </a:r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  <a:latin typeface="Montserrat" pitchFamily="2" charset="77"/>
            </a:endParaRPr>
          </a:p>
          <a:p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praesentium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voluptatum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deleniti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atque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.</a:t>
            </a:r>
          </a:p>
          <a:p>
            <a:pPr lvl="0"/>
            <a:r>
              <a:rPr lang="pt-BR" dirty="0"/>
              <a:t> </a:t>
            </a:r>
          </a:p>
        </p:txBody>
      </p:sp>
      <p:sp>
        <p:nvSpPr>
          <p:cNvPr id="21" name="Espaço Reservado para Texto 20">
            <a:extLst>
              <a:ext uri="{FF2B5EF4-FFF2-40B4-BE49-F238E27FC236}">
                <a16:creationId xmlns:a16="http://schemas.microsoft.com/office/drawing/2014/main" id="{2CD3EFA3-E8FF-4777-8F73-3A0ED7F42E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-195445" y="2677574"/>
            <a:ext cx="1367759" cy="22405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50" b="0">
                <a:solidFill>
                  <a:schemeClr val="tx1">
                    <a:lumMod val="50000"/>
                    <a:lumOff val="50000"/>
                  </a:schemeClr>
                </a:solidFill>
                <a:latin typeface="Montserrat Medium" panose="00000600000000000000" pitchFamily="2" charset="0"/>
              </a:defRPr>
            </a:lvl1pPr>
          </a:lstStyle>
          <a:p>
            <a:pPr lvl="0"/>
            <a:r>
              <a:rPr lang="pt-BR" dirty="0"/>
              <a:t>JANEIRO 2019</a:t>
            </a:r>
          </a:p>
        </p:txBody>
      </p:sp>
    </p:spTree>
    <p:extLst>
      <p:ext uri="{BB962C8B-B14F-4D97-AF65-F5344CB8AC3E}">
        <p14:creationId xmlns:p14="http://schemas.microsoft.com/office/powerpoint/2010/main" val="4196019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94384EF9-9F88-3F44-960E-23228F2B7B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16800" y="1"/>
            <a:ext cx="4675200" cy="6858000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no ícone para adicionar uma imagem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091D4AD5-11DD-4E82-960B-C503F0BDD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1485" y="5652000"/>
            <a:ext cx="1783316" cy="600900"/>
          </a:xfrm>
          <a:prstGeom prst="rect">
            <a:avLst/>
          </a:prstGeom>
        </p:spPr>
      </p:pic>
      <p:sp>
        <p:nvSpPr>
          <p:cNvPr id="12" name="Espaço Reservado para Texto 14">
            <a:extLst>
              <a:ext uri="{FF2B5EF4-FFF2-40B4-BE49-F238E27FC236}">
                <a16:creationId xmlns:a16="http://schemas.microsoft.com/office/drawing/2014/main" id="{E8B551AC-1062-45BF-8F6C-49BD2028664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34452" y="2472844"/>
            <a:ext cx="4547502" cy="9561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defRPr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pt-BR" dirty="0"/>
              <a:t>Digitar seu título aqui nesse campo</a:t>
            </a:r>
          </a:p>
        </p:txBody>
      </p:sp>
      <p:sp>
        <p:nvSpPr>
          <p:cNvPr id="13" name="Espaço Reservado para Texto 16">
            <a:extLst>
              <a:ext uri="{FF2B5EF4-FFF2-40B4-BE49-F238E27FC236}">
                <a16:creationId xmlns:a16="http://schemas.microsoft.com/office/drawing/2014/main" id="{A0D0365B-6FD1-4482-BC3D-ADA16531721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34452" y="2109725"/>
            <a:ext cx="3496729" cy="341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rgbClr val="E51E3C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pt-BR" dirty="0"/>
              <a:t>Digitar seu subtítulo aqui</a:t>
            </a:r>
          </a:p>
        </p:txBody>
      </p:sp>
      <p:sp>
        <p:nvSpPr>
          <p:cNvPr id="14" name="Espaço Reservado para Texto 18">
            <a:extLst>
              <a:ext uri="{FF2B5EF4-FFF2-40B4-BE49-F238E27FC236}">
                <a16:creationId xmlns:a16="http://schemas.microsoft.com/office/drawing/2014/main" id="{E0957A65-0BA6-4042-A566-FBBCD4E11B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33743" y="3783198"/>
            <a:ext cx="4848358" cy="101914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At vero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eos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et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accusamus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et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iusto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odio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digníssimos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praesentium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voluptatum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deleniti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atque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.</a:t>
            </a:r>
          </a:p>
          <a:p>
            <a:pPr lvl="0"/>
            <a:r>
              <a:rPr lang="pt-BR" dirty="0"/>
              <a:t> </a:t>
            </a:r>
          </a:p>
        </p:txBody>
      </p:sp>
      <p:sp>
        <p:nvSpPr>
          <p:cNvPr id="15" name="Espaço Reservado para Texto 20">
            <a:extLst>
              <a:ext uri="{FF2B5EF4-FFF2-40B4-BE49-F238E27FC236}">
                <a16:creationId xmlns:a16="http://schemas.microsoft.com/office/drawing/2014/main" id="{D769B9D2-9F94-480A-B9CA-79C5B8EC806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rot="16200000">
            <a:off x="-195445" y="2677574"/>
            <a:ext cx="1367759" cy="22405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50" b="0">
                <a:solidFill>
                  <a:schemeClr val="tx1">
                    <a:lumMod val="50000"/>
                    <a:lumOff val="50000"/>
                  </a:schemeClr>
                </a:solidFill>
                <a:latin typeface="Montserrat Medium" panose="00000600000000000000" pitchFamily="2" charset="0"/>
              </a:defRPr>
            </a:lvl1pPr>
          </a:lstStyle>
          <a:p>
            <a:pPr lvl="0"/>
            <a:r>
              <a:rPr lang="pt-BR" dirty="0"/>
              <a:t>JANEIRO 2019</a:t>
            </a:r>
          </a:p>
        </p:txBody>
      </p:sp>
    </p:spTree>
    <p:extLst>
      <p:ext uri="{BB962C8B-B14F-4D97-AF65-F5344CB8AC3E}">
        <p14:creationId xmlns:p14="http://schemas.microsoft.com/office/powerpoint/2010/main" val="1513852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_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Texto 20">
            <a:extLst>
              <a:ext uri="{FF2B5EF4-FFF2-40B4-BE49-F238E27FC236}">
                <a16:creationId xmlns:a16="http://schemas.microsoft.com/office/drawing/2014/main" id="{28CAF223-2313-4CD7-91B6-501139C3D3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rot="16200000">
            <a:off x="-195445" y="2677574"/>
            <a:ext cx="1367759" cy="22405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50" b="0">
                <a:solidFill>
                  <a:schemeClr val="bg1"/>
                </a:solidFill>
                <a:latin typeface="Montserrat Medium" panose="00000600000000000000" pitchFamily="2" charset="0"/>
              </a:defRPr>
            </a:lvl1pPr>
          </a:lstStyle>
          <a:p>
            <a:pPr lvl="0"/>
            <a:r>
              <a:rPr lang="pt-BR" dirty="0"/>
              <a:t>JANEIRO 2019</a:t>
            </a:r>
          </a:p>
        </p:txBody>
      </p:sp>
      <p:sp>
        <p:nvSpPr>
          <p:cNvPr id="12" name="Espaço Reservado para Texto 14">
            <a:extLst>
              <a:ext uri="{FF2B5EF4-FFF2-40B4-BE49-F238E27FC236}">
                <a16:creationId xmlns:a16="http://schemas.microsoft.com/office/drawing/2014/main" id="{960D71C8-8756-424E-9251-B869DC4BD8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34451" y="2295927"/>
            <a:ext cx="8661274" cy="18162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200" b="1">
                <a:solidFill>
                  <a:schemeClr val="bg1"/>
                </a:solidFill>
                <a:latin typeface="Montserrat" panose="00000500000000000000" pitchFamily="2" charset="0"/>
              </a:defRPr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pt-BR" dirty="0"/>
              <a:t>Digitar seu título aqui nesse campo</a:t>
            </a:r>
          </a:p>
        </p:txBody>
      </p:sp>
      <p:sp>
        <p:nvSpPr>
          <p:cNvPr id="13" name="Espaço Reservado para Texto 16">
            <a:extLst>
              <a:ext uri="{FF2B5EF4-FFF2-40B4-BE49-F238E27FC236}">
                <a16:creationId xmlns:a16="http://schemas.microsoft.com/office/drawing/2014/main" id="{985EDE45-596F-455F-8CFD-3A4E052868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34452" y="1946038"/>
            <a:ext cx="6010507" cy="3193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pt-BR" dirty="0"/>
              <a:t>Digitar seu subtítulo aqui</a:t>
            </a:r>
          </a:p>
        </p:txBody>
      </p:sp>
    </p:spTree>
    <p:extLst>
      <p:ext uri="{BB962C8B-B14F-4D97-AF65-F5344CB8AC3E}">
        <p14:creationId xmlns:p14="http://schemas.microsoft.com/office/powerpoint/2010/main" val="117422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_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Imagem 7">
            <a:extLst>
              <a:ext uri="{FF2B5EF4-FFF2-40B4-BE49-F238E27FC236}">
                <a16:creationId xmlns:a16="http://schemas.microsoft.com/office/drawing/2014/main" id="{B8881B08-C114-41E0-A225-495C930B29F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11200" y="1"/>
            <a:ext cx="8080800" cy="6858000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no ícone para adicionar uma imagem</a:t>
            </a:r>
            <a:endParaRPr lang="pt-BR" dirty="0"/>
          </a:p>
        </p:txBody>
      </p:sp>
      <p:sp>
        <p:nvSpPr>
          <p:cNvPr id="17" name="Espaço Reservado para Texto 20">
            <a:extLst>
              <a:ext uri="{FF2B5EF4-FFF2-40B4-BE49-F238E27FC236}">
                <a16:creationId xmlns:a16="http://schemas.microsoft.com/office/drawing/2014/main" id="{D162C169-6ADC-4BE6-8F66-076EE57B47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rot="16200000">
            <a:off x="-195445" y="2973741"/>
            <a:ext cx="1367759" cy="22405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50" b="0">
                <a:solidFill>
                  <a:schemeClr val="bg1"/>
                </a:solidFill>
                <a:latin typeface="Montserrat Medium" panose="00000600000000000000" pitchFamily="2" charset="0"/>
              </a:defRPr>
            </a:lvl1pPr>
          </a:lstStyle>
          <a:p>
            <a:pPr lvl="0"/>
            <a:r>
              <a:rPr lang="pt-BR" dirty="0"/>
              <a:t>JANEIRO 2019</a:t>
            </a:r>
          </a:p>
        </p:txBody>
      </p:sp>
      <p:sp>
        <p:nvSpPr>
          <p:cNvPr id="18" name="Espaço Reservado para Texto 14">
            <a:extLst>
              <a:ext uri="{FF2B5EF4-FFF2-40B4-BE49-F238E27FC236}">
                <a16:creationId xmlns:a16="http://schemas.microsoft.com/office/drawing/2014/main" id="{1954C29C-77FC-4A9B-89A4-F058AC1802F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65189" y="2063631"/>
            <a:ext cx="3040877" cy="10000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bg1"/>
                </a:solidFill>
                <a:latin typeface="Montserrat" panose="00000500000000000000" pitchFamily="2" charset="0"/>
              </a:defRPr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pt-BR" dirty="0"/>
              <a:t>Digitar seu título aqui</a:t>
            </a:r>
          </a:p>
        </p:txBody>
      </p:sp>
      <p:sp>
        <p:nvSpPr>
          <p:cNvPr id="21" name="Espaço Reservado para Texto 20">
            <a:extLst>
              <a:ext uri="{FF2B5EF4-FFF2-40B4-BE49-F238E27FC236}">
                <a16:creationId xmlns:a16="http://schemas.microsoft.com/office/drawing/2014/main" id="{D851C657-C4B4-42FD-80F9-BE66B0D5DD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5189" y="3429000"/>
            <a:ext cx="2981286" cy="117325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pt-BR" dirty="0"/>
              <a:t>At vero </a:t>
            </a:r>
            <a:r>
              <a:rPr lang="pt-BR" dirty="0" err="1"/>
              <a:t>eos</a:t>
            </a:r>
            <a:r>
              <a:rPr lang="pt-BR" dirty="0"/>
              <a:t> et </a:t>
            </a:r>
            <a:r>
              <a:rPr lang="pt-BR" dirty="0" err="1"/>
              <a:t>accus</a:t>
            </a:r>
            <a:r>
              <a:rPr lang="pt-BR" dirty="0"/>
              <a:t> </a:t>
            </a:r>
            <a:r>
              <a:rPr lang="pt-BR" dirty="0" err="1"/>
              <a:t>amus</a:t>
            </a:r>
            <a:r>
              <a:rPr lang="pt-BR" dirty="0"/>
              <a:t> et </a:t>
            </a:r>
            <a:r>
              <a:rPr lang="pt-BR" dirty="0" err="1"/>
              <a:t>iusto</a:t>
            </a:r>
            <a:r>
              <a:rPr lang="pt-BR" dirty="0"/>
              <a:t> </a:t>
            </a:r>
            <a:r>
              <a:rPr lang="pt-BR" dirty="0" err="1"/>
              <a:t>djanl</a:t>
            </a:r>
            <a:r>
              <a:rPr lang="pt-BR" dirty="0"/>
              <a:t> </a:t>
            </a:r>
            <a:r>
              <a:rPr lang="pt-BR" dirty="0" err="1"/>
              <a:t>kdepoe</a:t>
            </a:r>
            <a:r>
              <a:rPr lang="pt-BR" dirty="0"/>
              <a:t> p </a:t>
            </a:r>
            <a:r>
              <a:rPr lang="pt-BR" dirty="0" err="1"/>
              <a:t>kdpe</a:t>
            </a:r>
            <a:r>
              <a:rPr lang="pt-BR" dirty="0"/>
              <a:t> </a:t>
            </a:r>
            <a:r>
              <a:rPr lang="pt-BR" dirty="0" err="1"/>
              <a:t>poe</a:t>
            </a:r>
            <a:r>
              <a:rPr lang="pt-BR" dirty="0"/>
              <a:t> </a:t>
            </a:r>
            <a:r>
              <a:rPr lang="pt-BR" dirty="0" err="1"/>
              <a:t>dekpepd</a:t>
            </a:r>
            <a:r>
              <a:rPr lang="pt-BR" dirty="0"/>
              <a:t> </a:t>
            </a:r>
            <a:r>
              <a:rPr lang="pt-BR" dirty="0" err="1"/>
              <a:t>dkep</a:t>
            </a:r>
            <a:endParaRPr lang="pt-BR" dirty="0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2ACA8FCE-2A40-4A5E-8EDF-17CAC0C73E61}"/>
              </a:ext>
            </a:extLst>
          </p:cNvPr>
          <p:cNvSpPr/>
          <p:nvPr/>
        </p:nvSpPr>
        <p:spPr>
          <a:xfrm>
            <a:off x="4111200" y="0"/>
            <a:ext cx="8080800" cy="6858001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746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_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Texto 20">
            <a:extLst>
              <a:ext uri="{FF2B5EF4-FFF2-40B4-BE49-F238E27FC236}">
                <a16:creationId xmlns:a16="http://schemas.microsoft.com/office/drawing/2014/main" id="{B292629F-8599-4F92-A11D-198792AE743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rot="16200000">
            <a:off x="-195445" y="2544954"/>
            <a:ext cx="1367759" cy="22405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50" b="0">
                <a:solidFill>
                  <a:schemeClr val="tx1">
                    <a:lumMod val="50000"/>
                    <a:lumOff val="50000"/>
                  </a:schemeClr>
                </a:solidFill>
                <a:latin typeface="Montserrat Medium" panose="00000600000000000000" pitchFamily="2" charset="0"/>
              </a:defRPr>
            </a:lvl1pPr>
          </a:lstStyle>
          <a:p>
            <a:pPr lvl="0"/>
            <a:r>
              <a:rPr lang="pt-BR" dirty="0"/>
              <a:t>JANEIRO 2019</a:t>
            </a:r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D6232B5F-98D9-4309-9DC0-CCF0ABEE97C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49643" y="2324513"/>
            <a:ext cx="8822865" cy="18845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200" b="1">
                <a:solidFill>
                  <a:srgbClr val="E51E3C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pt-BR" dirty="0"/>
              <a:t>Loren Ipsum </a:t>
            </a:r>
            <a:r>
              <a:rPr lang="pt-BR" dirty="0" err="1"/>
              <a:t>Dolor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Daef</a:t>
            </a:r>
            <a:endParaRPr lang="pt-BR" dirty="0"/>
          </a:p>
        </p:txBody>
      </p:sp>
      <p:sp>
        <p:nvSpPr>
          <p:cNvPr id="17" name="Espaço Reservado para Texto 16">
            <a:extLst>
              <a:ext uri="{FF2B5EF4-FFF2-40B4-BE49-F238E27FC236}">
                <a16:creationId xmlns:a16="http://schemas.microsoft.com/office/drawing/2014/main" id="{1C1E4346-AF9D-4723-AC91-8D1439E7155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49643" y="1880046"/>
            <a:ext cx="7308850" cy="3021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pt-BR" dirty="0">
                <a:latin typeface="Montserrat" panose="00000500000000000000" pitchFamily="2" charset="0"/>
              </a:rPr>
              <a:t>Et vero et </a:t>
            </a:r>
            <a:r>
              <a:rPr lang="pt-BR" dirty="0" err="1">
                <a:latin typeface="Montserrat" panose="00000500000000000000" pitchFamily="2" charset="0"/>
              </a:rPr>
              <a:t>iusto</a:t>
            </a:r>
            <a:r>
              <a:rPr lang="pt-BR" dirty="0">
                <a:latin typeface="Montserrat" panose="00000500000000000000" pitchFamily="2" charset="0"/>
              </a:rPr>
              <a:t> </a:t>
            </a:r>
            <a:r>
              <a:rPr lang="pt-BR" dirty="0" err="1">
                <a:latin typeface="Montserrat" panose="00000500000000000000" pitchFamily="2" charset="0"/>
              </a:rPr>
              <a:t>efsd</a:t>
            </a:r>
            <a:r>
              <a:rPr lang="pt-BR" dirty="0">
                <a:latin typeface="Montserrat" panose="00000500000000000000" pitchFamily="2" charset="0"/>
              </a:rPr>
              <a:t> </a:t>
            </a:r>
            <a:r>
              <a:rPr lang="pt-BR" dirty="0" err="1">
                <a:latin typeface="Montserrat" panose="00000500000000000000" pitchFamily="2" charset="0"/>
              </a:rPr>
              <a:t>apae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37296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_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Imagem 7">
            <a:extLst>
              <a:ext uri="{FF2B5EF4-FFF2-40B4-BE49-F238E27FC236}">
                <a16:creationId xmlns:a16="http://schemas.microsoft.com/office/drawing/2014/main" id="{5520EFA0-1772-403D-A062-E6DD5F2BB24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1"/>
            <a:ext cx="6096000" cy="6858000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no ícone para adicionar uma imagem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3FFA5671-E4C1-4C02-9619-5D3BBC96B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1485" y="5652000"/>
            <a:ext cx="1783316" cy="600900"/>
          </a:xfrm>
          <a:prstGeom prst="rect">
            <a:avLst/>
          </a:prstGeom>
        </p:spPr>
      </p:pic>
      <p:sp>
        <p:nvSpPr>
          <p:cNvPr id="11" name="Espaço Reservado para Texto 14">
            <a:extLst>
              <a:ext uri="{FF2B5EF4-FFF2-40B4-BE49-F238E27FC236}">
                <a16:creationId xmlns:a16="http://schemas.microsoft.com/office/drawing/2014/main" id="{4AD7BF10-3B9A-4CAF-A211-E259F6A5860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49643" y="2324513"/>
            <a:ext cx="8822865" cy="18845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200" b="1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pt-BR" dirty="0"/>
              <a:t>Loren Ipsum </a:t>
            </a:r>
            <a:r>
              <a:rPr lang="pt-BR" dirty="0" err="1"/>
              <a:t>Dolor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Daef</a:t>
            </a:r>
            <a:endParaRPr lang="pt-BR" dirty="0"/>
          </a:p>
        </p:txBody>
      </p:sp>
      <p:sp>
        <p:nvSpPr>
          <p:cNvPr id="12" name="Espaço Reservado para Texto 16">
            <a:extLst>
              <a:ext uri="{FF2B5EF4-FFF2-40B4-BE49-F238E27FC236}">
                <a16:creationId xmlns:a16="http://schemas.microsoft.com/office/drawing/2014/main" id="{C9666645-D8A0-4DFC-AED3-612867001E0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49643" y="1880046"/>
            <a:ext cx="7308850" cy="3021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pt-BR" dirty="0">
                <a:latin typeface="Montserrat" panose="00000500000000000000" pitchFamily="2" charset="0"/>
              </a:rPr>
              <a:t>Et vero et </a:t>
            </a:r>
            <a:r>
              <a:rPr lang="pt-BR" dirty="0" err="1">
                <a:latin typeface="Montserrat" panose="00000500000000000000" pitchFamily="2" charset="0"/>
              </a:rPr>
              <a:t>iusto</a:t>
            </a:r>
            <a:r>
              <a:rPr lang="pt-BR" dirty="0">
                <a:latin typeface="Montserrat" panose="00000500000000000000" pitchFamily="2" charset="0"/>
              </a:rPr>
              <a:t> </a:t>
            </a:r>
            <a:r>
              <a:rPr lang="pt-BR" dirty="0" err="1">
                <a:latin typeface="Montserrat" panose="00000500000000000000" pitchFamily="2" charset="0"/>
              </a:rPr>
              <a:t>efsd</a:t>
            </a:r>
            <a:r>
              <a:rPr lang="pt-BR" dirty="0">
                <a:latin typeface="Montserrat" panose="00000500000000000000" pitchFamily="2" charset="0"/>
              </a:rPr>
              <a:t> </a:t>
            </a:r>
            <a:r>
              <a:rPr lang="pt-BR" dirty="0" err="1">
                <a:latin typeface="Montserrat" panose="00000500000000000000" pitchFamily="2" charset="0"/>
              </a:rPr>
              <a:t>apae</a:t>
            </a:r>
            <a:endParaRPr lang="pt-BR" dirty="0"/>
          </a:p>
        </p:txBody>
      </p:sp>
      <p:sp>
        <p:nvSpPr>
          <p:cNvPr id="13" name="Espaço Reservado para Texto 20">
            <a:extLst>
              <a:ext uri="{FF2B5EF4-FFF2-40B4-BE49-F238E27FC236}">
                <a16:creationId xmlns:a16="http://schemas.microsoft.com/office/drawing/2014/main" id="{B08148B9-3BB7-4F2F-B353-8B1E8ACDC3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rot="16200000">
            <a:off x="-195445" y="2754008"/>
            <a:ext cx="1367759" cy="22405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50" b="0">
                <a:solidFill>
                  <a:schemeClr val="bg1"/>
                </a:solidFill>
                <a:latin typeface="Montserrat Medium" panose="00000600000000000000" pitchFamily="2" charset="0"/>
              </a:defRPr>
            </a:lvl1pPr>
          </a:lstStyle>
          <a:p>
            <a:pPr lvl="0"/>
            <a:r>
              <a:rPr lang="pt-BR" dirty="0"/>
              <a:t>JANEIRO 2019</a:t>
            </a:r>
          </a:p>
        </p:txBody>
      </p:sp>
    </p:spTree>
    <p:extLst>
      <p:ext uri="{BB962C8B-B14F-4D97-AF65-F5344CB8AC3E}">
        <p14:creationId xmlns:p14="http://schemas.microsoft.com/office/powerpoint/2010/main" val="4050657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_9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Imagem 7">
            <a:extLst>
              <a:ext uri="{FF2B5EF4-FFF2-40B4-BE49-F238E27FC236}">
                <a16:creationId xmlns:a16="http://schemas.microsoft.com/office/drawing/2014/main" id="{5B078085-CFB3-474A-8AB2-6057F16676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9200" y="892800"/>
            <a:ext cx="3247200" cy="5083200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no ícone para adicionar uma imagem</a:t>
            </a:r>
          </a:p>
        </p:txBody>
      </p:sp>
      <p:sp>
        <p:nvSpPr>
          <p:cNvPr id="10" name="Espaço Reservado para Texto 20">
            <a:extLst>
              <a:ext uri="{FF2B5EF4-FFF2-40B4-BE49-F238E27FC236}">
                <a16:creationId xmlns:a16="http://schemas.microsoft.com/office/drawing/2014/main" id="{2EA6C8C7-5399-4A1E-86C0-1D1FD1BFB4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rot="16200000">
            <a:off x="-195445" y="2691537"/>
            <a:ext cx="1367759" cy="22405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50" b="0">
                <a:solidFill>
                  <a:schemeClr val="tx1">
                    <a:lumMod val="50000"/>
                    <a:lumOff val="50000"/>
                  </a:schemeClr>
                </a:solidFill>
                <a:latin typeface="Montserrat Medium" panose="00000600000000000000" pitchFamily="2" charset="0"/>
              </a:defRPr>
            </a:lvl1pPr>
          </a:lstStyle>
          <a:p>
            <a:pPr lvl="0"/>
            <a:r>
              <a:rPr lang="pt-BR" dirty="0"/>
              <a:t>JANEIRO 2019</a:t>
            </a:r>
          </a:p>
        </p:txBody>
      </p:sp>
      <p:sp>
        <p:nvSpPr>
          <p:cNvPr id="11" name="Espaço Reservado para Texto 14">
            <a:extLst>
              <a:ext uri="{FF2B5EF4-FFF2-40B4-BE49-F238E27FC236}">
                <a16:creationId xmlns:a16="http://schemas.microsoft.com/office/drawing/2014/main" id="{00C13B46-ABB9-4116-865F-2BE6FE1A470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34452" y="2472844"/>
            <a:ext cx="4547502" cy="9561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defRPr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pt-BR" dirty="0"/>
              <a:t>Digitar seu título aqui nesse campo</a:t>
            </a:r>
          </a:p>
        </p:txBody>
      </p:sp>
      <p:sp>
        <p:nvSpPr>
          <p:cNvPr id="12" name="Espaço Reservado para Texto 16">
            <a:extLst>
              <a:ext uri="{FF2B5EF4-FFF2-40B4-BE49-F238E27FC236}">
                <a16:creationId xmlns:a16="http://schemas.microsoft.com/office/drawing/2014/main" id="{98DB5B05-5EC5-4378-B425-3F331258D7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34452" y="2109725"/>
            <a:ext cx="3496729" cy="341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rgbClr val="E51E3C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pt-BR" dirty="0"/>
              <a:t>Digitar seu subtítulo aqui</a:t>
            </a:r>
          </a:p>
        </p:txBody>
      </p:sp>
      <p:sp>
        <p:nvSpPr>
          <p:cNvPr id="13" name="Espaço Reservado para Texto 18">
            <a:extLst>
              <a:ext uri="{FF2B5EF4-FFF2-40B4-BE49-F238E27FC236}">
                <a16:creationId xmlns:a16="http://schemas.microsoft.com/office/drawing/2014/main" id="{2225EEEF-C35B-4BE1-9090-F3515CBF38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33743" y="3783198"/>
            <a:ext cx="4848358" cy="101914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At vero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eos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et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accusamus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et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iusto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odio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digníssimos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praesentium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voluptatum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deleniti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atque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.</a:t>
            </a:r>
          </a:p>
          <a:p>
            <a:pPr lvl="0"/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45343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_7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ço Reservado para Imagem 7">
            <a:extLst>
              <a:ext uri="{FF2B5EF4-FFF2-40B4-BE49-F238E27FC236}">
                <a16:creationId xmlns:a16="http://schemas.microsoft.com/office/drawing/2014/main" id="{27491348-2904-4E3C-976D-C9D70E984EF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1"/>
            <a:ext cx="6096000" cy="6858000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no ícone para adicionar uma imagem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D3941022-81D3-45E0-90AF-0C893CAC7D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1485" y="5652000"/>
            <a:ext cx="1783316" cy="600900"/>
          </a:xfrm>
          <a:prstGeom prst="rect">
            <a:avLst/>
          </a:prstGeom>
        </p:spPr>
      </p:pic>
      <p:sp>
        <p:nvSpPr>
          <p:cNvPr id="14" name="Espaço Reservado para Texto 20">
            <a:extLst>
              <a:ext uri="{FF2B5EF4-FFF2-40B4-BE49-F238E27FC236}">
                <a16:creationId xmlns:a16="http://schemas.microsoft.com/office/drawing/2014/main" id="{E170FF94-C7C6-416D-A6D7-0E6AAF9DB8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rot="16200000">
            <a:off x="-195445" y="2708495"/>
            <a:ext cx="1367759" cy="22405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50" b="0">
                <a:solidFill>
                  <a:schemeClr val="bg1"/>
                </a:solidFill>
                <a:latin typeface="Montserrat Medium" panose="00000600000000000000" pitchFamily="2" charset="0"/>
              </a:defRPr>
            </a:lvl1pPr>
          </a:lstStyle>
          <a:p>
            <a:pPr lvl="0"/>
            <a:r>
              <a:rPr lang="pt-BR" dirty="0"/>
              <a:t>JANEIRO 2019</a:t>
            </a:r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F336D416-E3A3-4C43-A714-47FF94D554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49643" y="2324513"/>
            <a:ext cx="8822865" cy="18845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200" b="1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pt-BR" dirty="0"/>
              <a:t>Loren Ipsum </a:t>
            </a:r>
            <a:r>
              <a:rPr lang="pt-BR" dirty="0" err="1"/>
              <a:t>Dolor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Daef</a:t>
            </a:r>
            <a:endParaRPr lang="pt-BR" dirty="0"/>
          </a:p>
        </p:txBody>
      </p:sp>
      <p:sp>
        <p:nvSpPr>
          <p:cNvPr id="16" name="Espaço Reservado para Texto 16">
            <a:extLst>
              <a:ext uri="{FF2B5EF4-FFF2-40B4-BE49-F238E27FC236}">
                <a16:creationId xmlns:a16="http://schemas.microsoft.com/office/drawing/2014/main" id="{74F99CB3-0673-4FF3-9B85-3B8440FFC6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49643" y="1880046"/>
            <a:ext cx="7308850" cy="3021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pt-BR" dirty="0">
                <a:latin typeface="Montserrat" panose="00000500000000000000" pitchFamily="2" charset="0"/>
              </a:rPr>
              <a:t>Et vero et </a:t>
            </a:r>
            <a:r>
              <a:rPr lang="pt-BR" dirty="0" err="1">
                <a:latin typeface="Montserrat" panose="00000500000000000000" pitchFamily="2" charset="0"/>
              </a:rPr>
              <a:t>iusto</a:t>
            </a:r>
            <a:r>
              <a:rPr lang="pt-BR" dirty="0">
                <a:latin typeface="Montserrat" panose="00000500000000000000" pitchFamily="2" charset="0"/>
              </a:rPr>
              <a:t> </a:t>
            </a:r>
            <a:r>
              <a:rPr lang="pt-BR" dirty="0" err="1">
                <a:latin typeface="Montserrat" panose="00000500000000000000" pitchFamily="2" charset="0"/>
              </a:rPr>
              <a:t>efsd</a:t>
            </a:r>
            <a:r>
              <a:rPr lang="pt-BR" dirty="0">
                <a:latin typeface="Montserrat" panose="00000500000000000000" pitchFamily="2" charset="0"/>
              </a:rPr>
              <a:t> </a:t>
            </a:r>
            <a:r>
              <a:rPr lang="pt-BR" dirty="0" err="1">
                <a:latin typeface="Montserrat" panose="00000500000000000000" pitchFamily="2" charset="0"/>
              </a:rPr>
              <a:t>apae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49885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_8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ço Reservado para Imagem 7">
            <a:extLst>
              <a:ext uri="{FF2B5EF4-FFF2-40B4-BE49-F238E27FC236}">
                <a16:creationId xmlns:a16="http://schemas.microsoft.com/office/drawing/2014/main" id="{D4967DCA-7669-49F9-A658-8E70FD09911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52800" y="1713600"/>
            <a:ext cx="6105600" cy="3448800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no ícone para adicionar uma imagem</a:t>
            </a:r>
          </a:p>
        </p:txBody>
      </p:sp>
      <p:sp>
        <p:nvSpPr>
          <p:cNvPr id="13" name="Espaço Reservado para Texto 20">
            <a:extLst>
              <a:ext uri="{FF2B5EF4-FFF2-40B4-BE49-F238E27FC236}">
                <a16:creationId xmlns:a16="http://schemas.microsoft.com/office/drawing/2014/main" id="{26989E0A-3159-456E-8FF7-4A7FA0348C8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rot="16200000">
            <a:off x="-195445" y="2691537"/>
            <a:ext cx="1367759" cy="22405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50" b="0">
                <a:solidFill>
                  <a:schemeClr val="tx1">
                    <a:lumMod val="50000"/>
                    <a:lumOff val="50000"/>
                  </a:schemeClr>
                </a:solidFill>
                <a:latin typeface="Montserrat Medium" panose="00000600000000000000" pitchFamily="2" charset="0"/>
              </a:defRPr>
            </a:lvl1pPr>
          </a:lstStyle>
          <a:p>
            <a:pPr lvl="0"/>
            <a:r>
              <a:rPr lang="pt-BR" dirty="0"/>
              <a:t>JANEIRO 2019</a:t>
            </a:r>
          </a:p>
        </p:txBody>
      </p:sp>
      <p:sp>
        <p:nvSpPr>
          <p:cNvPr id="17" name="Espaço Reservado para Texto 14">
            <a:extLst>
              <a:ext uri="{FF2B5EF4-FFF2-40B4-BE49-F238E27FC236}">
                <a16:creationId xmlns:a16="http://schemas.microsoft.com/office/drawing/2014/main" id="{D14B1311-0417-45F1-9983-D3ECF2644E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9462" y="2833431"/>
            <a:ext cx="3607643" cy="8337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defRPr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pt-BR" dirty="0"/>
              <a:t>Digitar seu título aqui nesse campo</a:t>
            </a:r>
          </a:p>
        </p:txBody>
      </p:sp>
      <p:sp>
        <p:nvSpPr>
          <p:cNvPr id="18" name="Espaço Reservado para Texto 16">
            <a:extLst>
              <a:ext uri="{FF2B5EF4-FFF2-40B4-BE49-F238E27FC236}">
                <a16:creationId xmlns:a16="http://schemas.microsoft.com/office/drawing/2014/main" id="{34CD557F-3E3F-43FE-AAD8-486BF7897E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09462" y="3955431"/>
            <a:ext cx="3496729" cy="2620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rgbClr val="E51E3C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pt-BR" dirty="0"/>
              <a:t>Digitar seu subtítulo aqui</a:t>
            </a:r>
          </a:p>
        </p:txBody>
      </p:sp>
      <p:sp>
        <p:nvSpPr>
          <p:cNvPr id="21" name="Espaço Reservado para Texto 20">
            <a:extLst>
              <a:ext uri="{FF2B5EF4-FFF2-40B4-BE49-F238E27FC236}">
                <a16:creationId xmlns:a16="http://schemas.microsoft.com/office/drawing/2014/main" id="{0817470E-A528-433B-BD72-A4E57D729F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08888" y="4235210"/>
            <a:ext cx="3608217" cy="9423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pt-BR" dirty="0" err="1">
                <a:latin typeface="Montserrat" panose="00000500000000000000" pitchFamily="2" charset="0"/>
              </a:rPr>
              <a:t>Mondwd</a:t>
            </a:r>
            <a:r>
              <a:rPr lang="pt-BR" dirty="0">
                <a:latin typeface="Montserrat" panose="00000500000000000000" pitchFamily="2" charset="0"/>
              </a:rPr>
              <a:t> </a:t>
            </a:r>
            <a:r>
              <a:rPr lang="pt-BR" dirty="0" err="1">
                <a:latin typeface="Montserrat" panose="00000500000000000000" pitchFamily="2" charset="0"/>
              </a:rPr>
              <a:t>jqwod</a:t>
            </a:r>
            <a:r>
              <a:rPr lang="pt-BR" dirty="0">
                <a:latin typeface="Montserrat" panose="00000500000000000000" pitchFamily="2" charset="0"/>
              </a:rPr>
              <a:t> </a:t>
            </a:r>
            <a:r>
              <a:rPr lang="pt-BR" dirty="0" err="1">
                <a:latin typeface="Montserrat" panose="00000500000000000000" pitchFamily="2" charset="0"/>
              </a:rPr>
              <a:t>dsoa</a:t>
            </a:r>
            <a:r>
              <a:rPr lang="pt-BR" dirty="0">
                <a:latin typeface="Montserrat" panose="00000500000000000000" pitchFamily="2" charset="0"/>
              </a:rPr>
              <a:t> os </a:t>
            </a:r>
            <a:r>
              <a:rPr lang="pt-BR" dirty="0" err="1">
                <a:latin typeface="Montserrat" panose="00000500000000000000" pitchFamily="2" charset="0"/>
              </a:rPr>
              <a:t>wdwo</a:t>
            </a:r>
            <a:r>
              <a:rPr lang="pt-BR" dirty="0">
                <a:latin typeface="Montserrat" panose="00000500000000000000" pitchFamily="2" charset="0"/>
              </a:rPr>
              <a:t> das </a:t>
            </a:r>
            <a:r>
              <a:rPr lang="pt-BR" dirty="0" err="1">
                <a:latin typeface="Montserrat" panose="00000500000000000000" pitchFamily="2" charset="0"/>
              </a:rPr>
              <a:t>oswo</a:t>
            </a:r>
            <a:r>
              <a:rPr lang="pt-BR" dirty="0">
                <a:latin typeface="Montserrat" panose="00000500000000000000" pitchFamily="2" charset="0"/>
              </a:rPr>
              <a:t> </a:t>
            </a:r>
            <a:r>
              <a:rPr lang="pt-BR" dirty="0" err="1">
                <a:latin typeface="Montserrat" panose="00000500000000000000" pitchFamily="2" charset="0"/>
              </a:rPr>
              <a:t>szoas</a:t>
            </a:r>
            <a:r>
              <a:rPr lang="pt-BR" dirty="0">
                <a:latin typeface="Montserrat" panose="00000500000000000000" pitchFamily="2" charset="0"/>
              </a:rPr>
              <a:t> </a:t>
            </a:r>
            <a:r>
              <a:rPr lang="pt-BR" dirty="0" err="1">
                <a:latin typeface="Montserrat" panose="00000500000000000000" pitchFamily="2" charset="0"/>
              </a:rPr>
              <a:t>osaowo</a:t>
            </a:r>
            <a:r>
              <a:rPr lang="pt-BR" dirty="0">
                <a:latin typeface="Montserrat" panose="00000500000000000000" pitchFamily="2" charset="0"/>
              </a:rPr>
              <a:t> soas </a:t>
            </a:r>
            <a:r>
              <a:rPr lang="pt-BR" dirty="0" err="1">
                <a:latin typeface="Montserrat" panose="00000500000000000000" pitchFamily="2" charset="0"/>
              </a:rPr>
              <a:t>dsaso</a:t>
            </a:r>
            <a:r>
              <a:rPr lang="pt-BR" dirty="0">
                <a:latin typeface="Montserrat" panose="00000500000000000000" pitchFamily="2" charset="0"/>
              </a:rPr>
              <a:t> </a:t>
            </a:r>
            <a:r>
              <a:rPr lang="pt-BR" dirty="0" err="1">
                <a:latin typeface="Montserrat" panose="00000500000000000000" pitchFamily="2" charset="0"/>
              </a:rPr>
              <a:t>owq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92155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3908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eb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AC27E8-827A-4F03-9F81-B3E537C20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E8F4586-965C-4E18-8EE7-12BA9E131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232" y="1125029"/>
            <a:ext cx="6658289" cy="332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170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AC27E8-827A-4F03-9F81-B3E537C20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3D5D10B7-E856-4115-8701-2DC1B1619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128" y="975011"/>
            <a:ext cx="8720709" cy="2668482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3CC40B94-16C1-42AE-9274-493AA3296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2603" y="3862280"/>
            <a:ext cx="7520422" cy="1854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683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AC27E8-827A-4F03-9F81-B3E537C20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1F60758A-C3EA-4D60-B1F7-58F68D3E6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393" y="814260"/>
            <a:ext cx="9234882" cy="2974473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7C04C65A-80BA-460E-B03A-AA7C6FDDF8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403" y="3695516"/>
            <a:ext cx="9516803" cy="262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326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AC27E8-827A-4F03-9F81-B3E537C20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E6D4A92B-D928-40F1-8FA0-CE56EC21D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683" y="757767"/>
            <a:ext cx="7888840" cy="3852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784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AC27E8-827A-4F03-9F81-B3E537C20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E0225D35-DFCC-4C95-A962-154E65EA9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418" y="831940"/>
            <a:ext cx="9412013" cy="391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697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AC27E8-827A-4F03-9F81-B3E537C20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FB0C637D-9ADB-4313-9D6B-92119C0FA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464" y="785674"/>
            <a:ext cx="8023295" cy="342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126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AC27E8-827A-4F03-9F81-B3E537C20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CFB1C263-AB76-447B-AE9B-98785A402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953" y="895109"/>
            <a:ext cx="10164594" cy="344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615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AC27E8-827A-4F03-9F81-B3E537C20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664B7D60-CE81-4623-B7F9-8B0C3BA0A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369" y="733312"/>
            <a:ext cx="7060316" cy="3648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499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AC27E8-827A-4F03-9F81-B3E537C20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26496D9-381A-4924-8589-094C46658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6" y="955102"/>
            <a:ext cx="5524500" cy="2637949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2C51F0B4-2972-448D-835F-036CAFFFA0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077" y="2477198"/>
            <a:ext cx="5380774" cy="2713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600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AC27E8-827A-4F03-9F81-B3E537C20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3EF8BB84-2A2C-46FB-96F3-16B9F10C79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44" y="809393"/>
            <a:ext cx="9740538" cy="3210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57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AC27E8-827A-4F03-9F81-B3E537C20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B43EEAB-39D2-4993-B87B-778A0F532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748" y="699940"/>
            <a:ext cx="3886352" cy="3767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940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AC27E8-827A-4F03-9F81-B3E537C20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F4C3ACE7-8561-453B-8B27-FC531B2F3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958" y="776122"/>
            <a:ext cx="10088383" cy="237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9611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AC27E8-827A-4F03-9F81-B3E537C20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CB42E78-5DE3-41F1-8CC9-8C45B0A61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462" y="818982"/>
            <a:ext cx="10164594" cy="240063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0C8685DB-518A-4334-A19A-BA4F3413C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461" y="3562184"/>
            <a:ext cx="4279499" cy="2476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4384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AC27E8-827A-4F03-9F81-B3E537C20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9B960EE4-ED31-4A44-93B5-1ADD7FE44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20" y="842797"/>
            <a:ext cx="10097909" cy="2372056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2E0851E1-7A26-4177-AFFD-55D74A9341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937" y="3643148"/>
            <a:ext cx="5545111" cy="1871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9286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AC27E8-827A-4F03-9F81-B3E537C20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0BFFA6AC-E10B-46D6-8533-169F1C18E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218" y="914931"/>
            <a:ext cx="9955014" cy="2381582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FEC3840A-7109-48BE-A7FC-0A4FCF801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218" y="3848060"/>
            <a:ext cx="4887007" cy="57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8865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AC27E8-827A-4F03-9F81-B3E537C20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933FF9D2-5E45-4166-BF17-04BCB6D4E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462" y="828418"/>
            <a:ext cx="10174120" cy="367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2925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AC27E8-827A-4F03-9F81-B3E537C20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08F5BD66-A41E-4C1F-9112-CAA70695E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763" y="1004507"/>
            <a:ext cx="8515427" cy="4329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0231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AC27E8-827A-4F03-9F81-B3E537C20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364BD974-B2A2-4D09-82FE-0ABBBDB85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8995" y="1433234"/>
            <a:ext cx="6154009" cy="399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4461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AC27E8-827A-4F03-9F81-B3E537C20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5F6AAC72-777D-4C4E-98D9-790848384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295" y="946437"/>
            <a:ext cx="9531598" cy="3673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5709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AC27E8-827A-4F03-9F81-B3E537C20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7EE768F0-E61B-48BF-A498-26A0C5F57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634" y="880838"/>
            <a:ext cx="8127218" cy="376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2553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AC27E8-827A-4F03-9F81-B3E537C20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E3284CD0-379A-44F3-800E-40FCD60D4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458" y="871410"/>
            <a:ext cx="10088383" cy="181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564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AC27E8-827A-4F03-9F81-B3E537C20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DE34B389-D9A4-4456-B788-14C160C36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156" y="823562"/>
            <a:ext cx="9392319" cy="4920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8367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AC27E8-827A-4F03-9F81-B3E537C20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73DF5799-92BA-49B7-BA30-4C7D6038C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177" y="766391"/>
            <a:ext cx="9097645" cy="532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126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AC27E8-827A-4F03-9F81-B3E537C20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CDAD2D0A-E423-483B-887B-14B8151C6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562" y="904496"/>
            <a:ext cx="8964276" cy="543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9817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AC27E8-827A-4F03-9F81-B3E537C20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39F1B99C-9C86-4CF4-80A7-1379745AE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967" y="899792"/>
            <a:ext cx="9266198" cy="4777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9087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AC27E8-827A-4F03-9F81-B3E537C20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355BFFC8-91D1-45F8-A09F-18B209FCE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897" y="833290"/>
            <a:ext cx="5662928" cy="2634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3862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AC27E8-827A-4F03-9F81-B3E537C20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9DE10EC2-7C50-494F-AB5B-EAD50E547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886" y="890353"/>
            <a:ext cx="7076460" cy="4253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4912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AC27E8-827A-4F03-9F81-B3E537C20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D52C92B7-294F-4627-B81D-F72E0DE60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278" y="866613"/>
            <a:ext cx="8403100" cy="3333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1355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AC27E8-827A-4F03-9F81-B3E537C20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962BC0BB-CCE2-4278-9E6E-6B5331A8C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702" y="856945"/>
            <a:ext cx="9278645" cy="436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5687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AC27E8-827A-4F03-9F81-B3E537C20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5B63DEC2-EA1A-4F67-8CCA-CF0723F3B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125" y="861895"/>
            <a:ext cx="7421158" cy="2328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77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AC27E8-827A-4F03-9F81-B3E537C20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E41291FE-01A7-4A70-BCEE-76FFCEF69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868" y="795261"/>
            <a:ext cx="8347714" cy="2167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3719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AC27E8-827A-4F03-9F81-B3E537C20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D53DF895-DFDF-4428-9FAE-01FC8B61C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421" y="842601"/>
            <a:ext cx="9011908" cy="5172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298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AC27E8-827A-4F03-9F81-B3E537C20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3E76D8F3-7DF4-49E8-B1E3-2D92CA1C5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330" y="838054"/>
            <a:ext cx="9059539" cy="209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4944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AC27E8-827A-4F03-9F81-B3E537C20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2364E7E7-85E0-4CFE-96E5-4634EA2BF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372" y="866445"/>
            <a:ext cx="9173855" cy="472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7376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AC27E8-827A-4F03-9F81-B3E537C20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5EDE4F15-425D-46B7-8B58-BDA7ADF52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059" y="868182"/>
            <a:ext cx="6386724" cy="280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5828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AC27E8-827A-4F03-9F81-B3E537C20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20418107-0051-4ED9-8804-0D3BE6728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487" y="928338"/>
            <a:ext cx="8964276" cy="500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3897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AC27E8-827A-4F03-9F81-B3E537C20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A6C06524-7212-4EAC-99D0-925CEFC88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149" y="833284"/>
            <a:ext cx="8973802" cy="2200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2942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AC27E8-827A-4F03-9F81-B3E537C20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E90A0554-A487-41E7-804A-9F4D7F666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409" y="856996"/>
            <a:ext cx="9755774" cy="3943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6542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AC27E8-827A-4F03-9F81-B3E537C20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A3D9441C-D3EB-49F5-B8BC-CBC838E7F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310" y="1075966"/>
            <a:ext cx="9164329" cy="514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1142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AC27E8-827A-4F03-9F81-B3E537C20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7A15DAE5-F0D0-47B6-A8BA-63E996E63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526" y="942628"/>
            <a:ext cx="9478698" cy="497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4159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AC27E8-827A-4F03-9F81-B3E537C20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F134FFC-07BD-4469-8334-6B1B5162F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175" y="861770"/>
            <a:ext cx="9746527" cy="3862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901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AC27E8-827A-4F03-9F81-B3E537C20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BBA1A4E3-2859-4A80-A615-798D13FE4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446" y="880829"/>
            <a:ext cx="9768584" cy="362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0098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AC27E8-827A-4F03-9F81-B3E537C20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DA683B6A-2071-4D53-AC8A-04D13B5ED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78" y="909435"/>
            <a:ext cx="9668743" cy="3033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6207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AC27E8-827A-4F03-9F81-B3E537C20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0120C4E4-9268-4350-84D8-BC67477FD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31" y="875957"/>
            <a:ext cx="9402487" cy="491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6366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AC27E8-827A-4F03-9F81-B3E537C20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78933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AC27E8-827A-4F03-9F81-B3E537C20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405433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AC27E8-827A-4F03-9F81-B3E537C20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07758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AC27E8-827A-4F03-9F81-B3E537C20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856308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AC27E8-827A-4F03-9F81-B3E537C20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037265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AC27E8-827A-4F03-9F81-B3E537C20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088190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AC27E8-827A-4F03-9F81-B3E537C20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349707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AC27E8-827A-4F03-9F81-B3E537C20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199636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AC27E8-827A-4F03-9F81-B3E537C20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453057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AC27E8-827A-4F03-9F81-B3E537C20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518745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AC27E8-827A-4F03-9F81-B3E537C20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75326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2" id="{83EFA933-182A-4ABC-8517-BDB29B0AB855}" vid="{AF0B3775-5227-4ADA-A49E-D8BB97D2DAB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Tema2</Template>
  <TotalTime>156</TotalTime>
  <Words>0</Words>
  <Application>Microsoft Office PowerPoint</Application>
  <PresentationFormat>Widescreen</PresentationFormat>
  <Paragraphs>0</Paragraphs>
  <Slides>55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55</vt:i4>
      </vt:variant>
    </vt:vector>
  </HeadingPairs>
  <TitlesOfParts>
    <vt:vector size="60" baseType="lpstr">
      <vt:lpstr>Arial</vt:lpstr>
      <vt:lpstr>Calibri</vt:lpstr>
      <vt:lpstr>Montserrat</vt:lpstr>
      <vt:lpstr>Montserrat Medium</vt:lpstr>
      <vt:lpstr>Tema2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DIEGO DE PADUA BEZERRA DE LEMOS</dc:creator>
  <cp:lastModifiedBy>DIEGO DE PADUA BEZERRA DE LEMOS</cp:lastModifiedBy>
  <cp:revision>4</cp:revision>
  <dcterms:created xsi:type="dcterms:W3CDTF">2026-01-27T11:52:02Z</dcterms:created>
  <dcterms:modified xsi:type="dcterms:W3CDTF">2026-01-27T14:28:12Z</dcterms:modified>
</cp:coreProperties>
</file>